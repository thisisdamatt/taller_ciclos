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5A337-7DE0-6A44-76A3-C2F2DB574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4204EB-1570-32A6-4F0B-0C6D3404E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A162C3-F909-142F-0479-59581E61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430B03-D65D-97F1-B9A1-069E823F6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C2455E-DD8C-C8DC-645B-6731D3F6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50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FCDB2-F337-B96C-E978-D1319075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15E90-104A-19EA-D6C6-4E6DCBF42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E830D8-795C-8F18-79E2-D16A2CF5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7FB748-C80C-5B3F-F585-9FBABDDB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120ABE-F185-AE31-C727-B4731F2D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276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20F55-0815-3A18-E382-37DAD913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3B17F-9010-1680-2183-5ADE8C4B8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E0C286-3BCF-5188-CD53-2C372F99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D99C98-8B31-FB6A-2C59-9506FA2B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A2DDB5-DCB3-A8A0-C3B0-EA784FDF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791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22A1F-E553-D6FF-890B-A018FB5D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5A8311-A0FD-70E7-1014-38B18A5D1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E3E37C-65BA-4AF7-A6A9-365B89B3A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3E1780-CAAE-3FB2-EE8D-96FEDABC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D0C9B8-C4E8-507B-2AF9-D591E15C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E66B05-D47B-E0EA-C85A-A3974B42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485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CFB8A-979F-3B05-F1F0-B91191328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8FE0CB-A8A5-81C6-AAC8-D80C21DC8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DD4819-D7F7-44C0-677E-1D3B88829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29081D-3C18-2B58-2AD8-73F8B3402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509CC12-BD9C-578D-B8C0-B6687EF9F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E9B31F-C66B-7899-F4B5-EB0837A8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005836-E38B-1CD2-631F-E35B5322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846D67-5F21-D04E-852D-EB381002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555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87B03-428E-D763-9C24-B5ACFD81C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834130F-38F3-3AD7-0CA2-BF1FBAF0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B4FC976-A152-8B69-E613-FEBA8B8F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409B18-654D-507A-F12F-01E1CEAA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477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5B96869-DB5E-14CD-811C-6AC68981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2F5E9D-4046-9601-4073-92B409BB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24EA08-E114-5888-3D74-7CB05498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174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9ACFF-8455-C3EB-6B01-846123C6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238CCC-B8E7-5497-F4F4-A74E0A5C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387E24-99A6-14E5-5FA1-A02C88C18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5D4EB5-E838-C548-A559-D4E8F8D63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2C43ED-F774-D1EA-EBB7-B0CD5400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C6398A-B1D4-39DE-3024-F5D82431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714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4CDF7-8AF7-CD88-A4E9-23660FE1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33AACE-C717-EC25-A49E-C60FB4270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1FD05B-EF99-E0AE-C70D-6F8A9F95A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7E7CCB-56AB-D2A4-15C2-05B63ACC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C659C7-3FB1-0D84-A2B2-CB483BD0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B0E434-E5E2-FAAA-A6BE-35D40108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113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C8F02-0EEE-8FA9-0437-9D7383C17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1474CB-1C57-C535-1B61-929C0EA84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0456B4-15A4-2247-7186-856B0AB6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65B13F-96D6-2EA1-27B3-DF045A7A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5CB51F-C77A-2031-C648-FF7F2F4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9472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4DE13E-9754-82C8-A5ED-928C72852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589702-89AE-3CB4-EE54-B0FD423F7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F3E04E-E48B-B4C0-74A0-B52E6AAC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83CEB1-4301-8A1F-4D49-EA3EBB8E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39AA7E-3294-22AA-B816-736FE89C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466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9BA3A1-19E2-904F-A87B-A248B5F6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B631B9-1C73-7D24-1818-B3C710DCE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881C0E-1578-FD96-EF1A-39B302B9B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6321E-D747-4585-93A2-60FF0D35C466}" type="datetimeFigureOut">
              <a:rPr lang="es-CO" smtClean="0"/>
              <a:t>1/09/2026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93354B-7425-7742-AE83-DE6B41A92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14B700-7983-56A1-5319-C3AF3790D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00006-F47B-4A1B-B5D5-21D30186B7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78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D15F7C-1107-8FD4-3D56-218B4CF86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32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955744-C60F-7B94-1C65-692ADB89E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2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C3309B-007F-89FD-EEC6-B669B54D4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3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A8D0B0-7DBA-2D8C-6E66-1788C3F06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D54DCD3-BD10-B62F-8C23-6A76F2EC5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6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333892-2418-D901-2743-31E68C1B2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4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3ABC04-0C0E-E114-21E4-023D562D4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2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00A8FB-E9BF-CDFE-F5FC-4EAE553B1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0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392B09-0FAA-54DD-5096-D317DD7D7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838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Munera Mazo</dc:creator>
  <cp:lastModifiedBy>Matias Munera Mazo</cp:lastModifiedBy>
  <cp:revision>2</cp:revision>
  <dcterms:created xsi:type="dcterms:W3CDTF">2026-09-01T15:35:44Z</dcterms:created>
  <dcterms:modified xsi:type="dcterms:W3CDTF">2026-09-02T00:34:10Z</dcterms:modified>
</cp:coreProperties>
</file>